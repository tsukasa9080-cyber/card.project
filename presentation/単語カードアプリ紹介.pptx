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be623c442f4864" /><Relationship Type="http://schemas.openxmlformats.org/officeDocument/2006/relationships/extended-properties" Target="/docProps/app.xml" Id="Ra60cabcef62e4cf2" /><Relationship Type="http://schemas.openxmlformats.org/officeDocument/2006/relationships/officeDocument" Target="/ppt/presentation.xml" Id="R595ae3e45aaf49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5d8b3f4f1f4bbb"/>
  </p:sldMasterIdLst>
  <p:notesMasterIdLst>
    <p:notesMasterId xmlns:r="http://schemas.openxmlformats.org/officeDocument/2006/relationships" r:id="R38868ace286c4250"/>
  </p:notesMasterIdLst>
  <p:sldIdLst>
    <p:sldId xmlns:r="http://schemas.openxmlformats.org/officeDocument/2006/relationships" id="256" r:id="Rae8b01b158874090"/>
    <p:sldId xmlns:r="http://schemas.openxmlformats.org/officeDocument/2006/relationships" id="257" r:id="Re0697ad5b347451b"/>
    <p:sldId xmlns:r="http://schemas.openxmlformats.org/officeDocument/2006/relationships" id="258" r:id="Rb88c489ce018450c"/>
    <p:sldId xmlns:r="http://schemas.openxmlformats.org/officeDocument/2006/relationships" id="259" r:id="Rf325c45c85704b36"/>
    <p:sldId xmlns:r="http://schemas.openxmlformats.org/officeDocument/2006/relationships" id="260" r:id="Rec0a7110f145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cde3af4ca4608" /><Relationship Type="http://schemas.openxmlformats.org/officeDocument/2006/relationships/slideMaster" Target="/ppt/slideMasters/slideMaster1.xml" Id="R485d8b3f4f1f4bbb" /><Relationship Type="http://schemas.openxmlformats.org/officeDocument/2006/relationships/notesMaster" Target="/ppt/notesMasters/notesMaster1.xml" Id="R38868ace286c4250" /><Relationship Type="http://schemas.openxmlformats.org/officeDocument/2006/relationships/presProps" Target="/ppt/presProps.xml" Id="R07cf0f8133514b4d" /><Relationship Type="http://schemas.openxmlformats.org/officeDocument/2006/relationships/tableStyles" Target="/ppt/tableStyles.xml" Id="R9294b81f09fb4233" /><Relationship Type="http://schemas.openxmlformats.org/officeDocument/2006/relationships/slide" Target="/ppt/slides/slide1.xml" Id="Rae8b01b158874090" /><Relationship Type="http://schemas.openxmlformats.org/officeDocument/2006/relationships/slide" Target="/ppt/slides/slide2.xml" Id="Re0697ad5b347451b" /><Relationship Type="http://schemas.openxmlformats.org/officeDocument/2006/relationships/slide" Target="/ppt/slides/slide3.xml" Id="Rb88c489ce018450c" /><Relationship Type="http://schemas.openxmlformats.org/officeDocument/2006/relationships/slide" Target="/ppt/slides/slide4.xml" Id="Rf325c45c85704b36" /><Relationship Type="http://schemas.openxmlformats.org/officeDocument/2006/relationships/slide" Target="/ppt/slides/slide5.xml" Id="Rec0a7110f145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261570abda4d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4f9ec4602499d" /><Relationship Type="http://schemas.openxmlformats.org/officeDocument/2006/relationships/notesMaster" Target="/ppt/notesMasters/notesMaster1.xml" Id="R4e33aea66b6e40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5d6b33413453f" /><Relationship Type="http://schemas.openxmlformats.org/officeDocument/2006/relationships/notesMaster" Target="/ppt/notesMasters/notesMaster1.xml" Id="Rcc9dd858b19943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eb223d1b547a3" /><Relationship Type="http://schemas.openxmlformats.org/officeDocument/2006/relationships/notesMaster" Target="/ppt/notesMasters/notesMaster1.xml" Id="R1e7c4f2b7be740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acc1132e074213" /><Relationship Type="http://schemas.openxmlformats.org/officeDocument/2006/relationships/notesMaster" Target="/ppt/notesMasters/notesMaster1.xml" Id="R540a590885c8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92b5d4f03f4dfb" /><Relationship Type="http://schemas.openxmlformats.org/officeDocument/2006/relationships/notesMaster" Target="/ppt/notesMasters/notesMaster1.xml" Id="Rd8af3b01bf53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このアプリは、自分で単語と意味を登録し、カード学習とテストを繰り返すiPhone向けの学習アプリです。苦手な単語を重点的に復習できることを目指して制作しました。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単語登録では表面の単語と裏面の意味を入力します。登録後はカードをタップして意味を確認でき、左右にスワイプして単語を送れます。両端からも続けて学習できるループ処理を実装しています。画面画像は開発中のアプリを撮影したものです。参照：ContentView.swift、StudyView.swif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題は各単語の学習履歴に応じて変わります。現在の実装では最初の3回答までは抽選の重みを同じにし、その後は正答率が低い単語を選びやすくします。同じテスト内では重複出題しません。3回連続正解した単語は覚えた判定になります。覚えた単語の復習で間違えた場合は判定を解除します。参照：LearningProgress.swift、TestView.swif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意味の生成だけでなく、例文や覚え方、4択問題の生成、入力回答の採点にも利用します。現在はMac上で動かすOllamaとNode.jsのサーバーに接続する構成です。生成結果が常に正しいとは限らないため、内容を確認し、採点結果を訂正できるようにしています。参照：MeaningGenerator.swift、server/server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ftUIで画面を作り、SwiftDataで単語と学習履歴を保存しています。iPhone実機へのインストールと起動、シミュレーターでの主要な流れを確認しています。今後は最新のスワイプ操作を実機で確認し、AI出力の精度やさまざまな画面サイズでの操作性を改善します。すべての状況の検証が完了したという意味ではありません。参照：Word.swift、StudyView.swift、tests/VERIFIC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f548d694d42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ed09e336a24986" /><Relationship Type="http://schemas.openxmlformats.org/officeDocument/2006/relationships/slideLayout" Target="/ppt/slideLayouts/slideLayout1.xml" Id="R4414caed1de9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4caed1de9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547739c8418d" /><Relationship Type="http://schemas.openxmlformats.org/officeDocument/2006/relationships/notesSlide" Target="/ppt/notesSlides/notesSlide1.xml" Id="Rcc4bad457ee240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3fb9477054c10" /><Relationship Type="http://schemas.openxmlformats.org/officeDocument/2006/relationships/image" Target="/ppt/media/image.png" Id="R8caccab5ea624a88" /><Relationship Type="http://schemas.openxmlformats.org/officeDocument/2006/relationships/notesSlide" Target="/ppt/notesSlides/notesSlide2.xml" Id="Rf281c72dcd9844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bd26c98c3434a" /><Relationship Type="http://schemas.openxmlformats.org/officeDocument/2006/relationships/notesSlide" Target="/ppt/notesSlides/notesSlide3.xml" Id="Ra70a5e9e359d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6b5e3e027464f" /><Relationship Type="http://schemas.openxmlformats.org/officeDocument/2006/relationships/notesSlide" Target="/ppt/notesSlides/notesSlide4.xml" Id="R15d241ffe03e4c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a38d707be4c19" /><Relationship Type="http://schemas.openxmlformats.org/officeDocument/2006/relationships/notesSlide" Target="/ppt/notesSlides/notesSlide5.xml" Id="Ra5d9202ca4d046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64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0AA53-7531-4147-9CB5-5CDFF2AF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iPhoneアプリ  制作発表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57FD5-43B7-432B-82CB-641C964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単語カード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学習アプリ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CB2C4-99DC-4495-8816-25CBAA7A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自分で登録し、苦手な単語を繰り返し学ぶ。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452BE-E389-4FE4-880A-D511A13C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単語登録   →   学習   →   テスト</a:t>
            </a:r>
          </a:p>
        </p:txBody>
      </p:sp>
    </p:spTree>
    <p:extLst>
      <p:ext uri="{BB962C8B-B14F-4D97-AF65-F5344CB8AC3E}">
        <p14:creationId xmlns:p14="http://schemas.microsoft.com/office/powerpoint/2010/main" val="1303418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C3B4B-C667-4255-9F4F-71942A2E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CARD  /  単語カード学習アプリ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79E04-19FA-4BBA-B779-3B6333F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登録して、カードで学ぶ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D101A-B0C0-4AC3-86D7-6E21B992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57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rPr>
              <a:t>02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323AB-BCB0-491A-AECA-09E6452A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01  自分の単語帳を作る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88830-B6AB-46A1-B760-A3D860A6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単語と意味を登録し、単語帳ごとに整理。</a:t>
            </a:r>
          </a:p>
          <a:p xmlns:a="http://schemas.openxmlformats.org/drawingml/2006/main">
            <a:pPr>
              <a:def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検索・編集・削除にも対応。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7860C-83FB-482F-AEC1-B17A949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02  タップとスワイプで学習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2D673-69D8-48A3-905A-54AF8C2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タップでカードの表・裏を切り替え。</a:t>
            </a:r>
          </a:p>
          <a:p xmlns:a="http://schemas.openxmlformats.org/drawingml/2006/main">
            <a:pPr>
              <a:def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左右に送り、最初と最後もループ。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ccab5ea624a88"/>
          <a:stretch xmlns:a="http://schemas.openxmlformats.org/drawingml/2006/main"/>
        </p:blipFill>
        <p:spPr>
          <a:xfrm xmlns:a="http://schemas.openxmlformats.org/drawingml/2006/main">
            <a:off x="8373151" y="1685925"/>
            <a:ext cx="2094149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11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AE3A0-FF72-4C29-81B4-18B1D02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CARD  /  単語カード学習アプリ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4B5F9-F97A-45B6-8079-D526D3B7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苦手を多く出し、覚えた単語を卒業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59140-F706-4CC0-90BF-73D303FC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57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rPr>
              <a:t>03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2ABF6-A2DD-49AC-83E3-A8D8EF11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3回連続正解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8E401-C1AB-4DEE-AFEA-1CCEFFE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「覚えた」と判定し、通常の出題対象から外す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43317-BE4A-42E8-B2E3-FF5E417A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最初の3回答までは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4F135-8F1A-4F72-B25F-85C5D32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同じ重みで抽選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EC950-D7F9-418D-960A-193051B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05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その後は正答率に応じて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30D80-F6B3-4778-8B0A-83CE94BF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86325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低い単語は多く、高い単語は少なく出題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AC940-442D-4155-9FD7-540B1697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rPr>
              <a:t>復習で間違えた単語は、もう一度学習対象へ。</a:t>
            </a:r>
          </a:p>
        </p:txBody>
      </p:sp>
    </p:spTree>
    <p:extLst>
      <p:ext uri="{BB962C8B-B14F-4D97-AF65-F5344CB8AC3E}">
        <p14:creationId xmlns:p14="http://schemas.microsoft.com/office/powerpoint/2010/main" val="77586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F8F94-AD94-4D9F-BDE5-82BDC03A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CARD  /  単語カード学習アプリ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2BA48-1C1A-403A-9836-B113ABA3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AIで、登録と理解をサポート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99888-A5E4-4715-876C-EEB6DC1D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57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rPr>
              <a:t>04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BF6CE-69D7-41AB-BCBD-EF230288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単語登録を助ける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BC0A8-70DD-4A38-8CD5-950756D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単語から意味を生成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C80BB-04E0-4B40-A425-CFB3EDA7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288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理解を深める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449FE-1C2D-4902-9DE2-3D3EB9AC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9082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解説・例文・覚え方を提示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8ACD4-0434-4E5D-B709-286AF259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問題を作る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7A922-DA8E-48D5-99A8-2C8BF90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4択問題を生成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DBA91-A436-4E1E-9D4A-125D664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回答を確かめる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311AF-A097-4A33-91FF-483F6072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053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入力回答を採点し、訂正も可能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DD4E4-9EB3-487C-880F-778EF4C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rPr>
              <a:t>開発環境：Mac上のOllamaに接続。生成内容は確認して利用。</a:t>
            </a:r>
          </a:p>
        </p:txBody>
      </p:sp>
    </p:spTree>
    <p:extLst>
      <p:ext uri="{BB962C8B-B14F-4D97-AF65-F5344CB8AC3E}">
        <p14:creationId xmlns:p14="http://schemas.microsoft.com/office/powerpoint/2010/main" val="135960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03710-592B-462B-992F-B6D3BDDD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CARD  /  単語カード学習アプリ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B75F6-3919-49CC-9CBA-E1DCBE38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毎日の学習に使えるアプリへ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5A2B7-7482-4A90-AB1B-452994C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57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rPr>
              <a:t>05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F58BE-EBC9-41FB-B232-26DD0832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実装したこと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9DE81-CD5C-4081-8990-77811AE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0572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登録・学習・テストをひとつに</a:t>
            </a:r>
          </a:p>
          <a:p xmlns:a="http://schemas.openxmlformats.org/drawingml/2006/main">
            <a:pPr>
              <a:def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正答率と連続正解を学習に反映</a:t>
            </a:r>
          </a:p>
          <a:p xmlns:a="http://schemas.openxmlformats.org/drawingml/2006/main">
            <a:pPr>
              <a:def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単語と学習履歴を端末内に保存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EB24D-308A-497E-A66C-99C6FFDF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2364DA"/>
                </a:solidFill>
                <a:latin typeface="Hiragino Sans"/>
                <a:ea typeface="Hiragino Sans"/>
                <a:cs typeface="Hiragino Sans"/>
              </a:rPr>
              <a:t>これから確認・改善すること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9FCB5-FCB1-4910-B66F-DA0163FE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172A46"/>
                </a:solidFill>
                <a:latin typeface="Hiragino Sans"/>
                <a:ea typeface="Hiragino Sans"/>
                <a:cs typeface="Hiragino Sans"/>
              </a:rPr>
              <a:t>実機での操作感  ／  AIの出力精度  ／  画面サイズへの対応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4F20C-478D-477F-B74B-AF692FC0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26780"/>
                </a:solidFill>
                <a:latin typeface="Hiragino Sans"/>
                <a:ea typeface="Hiragino Sans"/>
                <a:cs typeface="Hiragino Sans"/>
              </a:rPr>
              <a:t>SwiftUI  +  SwiftData  +  Node.js / Ollama</a:t>
            </a:r>
          </a:p>
        </p:txBody>
      </p:sp>
    </p:spTree>
    <p:extLst>
      <p:ext uri="{BB962C8B-B14F-4D97-AF65-F5344CB8AC3E}">
        <p14:creationId xmlns:p14="http://schemas.microsoft.com/office/powerpoint/2010/main" val="1345336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2026-09-14T06:28:38.2860000Z</dcterms:created>
  <dcterms:modified xsi:type="dcterms:W3CDTF">2026-09-14T06:28:38.2860000Z</dcterms:modified>
</coreProperties>
</file>